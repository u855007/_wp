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FF88"/>
                </a:solidFill>
              </a:defRPr>
            </a:pPr>
            <a:r>
              <a:t>🐍 貪吃蛇遊戲</a:t>
            </a:r>
          </a:p>
          <a:p>
            <a:pPr algn="ctr">
              <a:defRPr sz="2800">
                <a:solidFill>
                  <a:srgbClr val="B4B4B4"/>
                </a:solidFill>
              </a:defRPr>
            </a:pPr>
            <a:r>
              <a:t>AI 輔助學習專案報告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報告人：林峻德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88"/>
                </a:solidFill>
              </a:defRPr>
            </a:pPr>
            <a:r>
              <a:t>📋 專案概述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專案目標：學習 Node.js + HTML5 Canvas 遊戲開發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使用 AI 輔助工具：ChatGPT / Claude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功能特色：經典貪吃蛇遊戲、等級系統、排行榜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包含：技術報告、學習筆記、PPT 投影片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🤖 AI 輔助工具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ChatGPT - 程式碼生成、除錯輔助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Claude - 程式碼審查、優化建議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使用方法：清楚描述需求 + 指定技術棧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驗證 AI 生成的程式碼、理解每行用途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持續學習：比較 AI 方案與自己的想法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88"/>
                </a:solidFill>
              </a:defRPr>
            </a:pPr>
            <a:r>
              <a:t>🛠️ 技術架構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HTML5 Canvas - 2D 遊戲渲染與繪製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JavaScript ES6+ - 遊戲邏輯與控制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Node.js + Express - 後端 API 伺服器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REST API - 客戶端與伺服器通訊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88"/>
                </a:solidFill>
              </a:defRPr>
            </a:pPr>
            <a:r>
              <a:t>🎮 遊戲功能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20x20 網格遊戲區域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方向鍵 / WASD 控制移動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空格鍵暫停/繼續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吃到食物加分並變長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每 50 分升一等級，速度加快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撞牆或撞自己遊戲結束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88"/>
                </a:solidFill>
              </a:defRPr>
            </a:pPr>
            <a:r>
              <a:t>🔌 API 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POST /api/game/submit - 提交玩家分數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GET /api/game/leaderboard - 獲取排行榜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GET /api/health - 伺服器健康檢查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📝 學習心得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掌握 Node.js + Express 後端開發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學會 HTML5 Canvas 遊戲開發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了解 REST API 設計與實作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學會使用 AI 輔助程式開發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理解遊戲邏輯與碰撞檢測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88"/>
                </a:solidFill>
              </a:defRPr>
            </a:pPr>
            <a:r>
              <a:t>💻 專案命令記錄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00FF88"/>
                </a:solidFill>
                <a:latin typeface="Consolas"/>
              </a:defRPr>
            </a:pPr>
            <a:r>
              <a:t># 遊戲命令</a:t>
            </a:r>
          </a:p>
          <a:p>
            <a:pPr>
              <a:spcBef>
                <a:spcPts val="800"/>
              </a:spcBef>
              <a:defRPr sz="1600">
                <a:solidFill>
                  <a:srgbClr val="00FF88"/>
                </a:solidFill>
                <a:latin typeface="Consolas"/>
              </a:defRPr>
            </a:pPr>
            <a:r>
              <a:t>方向鍵/WASD - 控制移動</a:t>
            </a:r>
          </a:p>
          <a:p>
            <a:pPr>
              <a:spcBef>
                <a:spcPts val="800"/>
              </a:spcBef>
              <a:defRPr sz="1600">
                <a:solidFill>
                  <a:srgbClr val="00FF88"/>
                </a:solidFill>
                <a:latin typeface="Consolas"/>
              </a:defRPr>
            </a:pPr>
            <a:r>
              <a:t>空格鍵 - 暫停/繼續</a:t>
            </a:r>
          </a:p>
          <a:p>
            <a:pPr>
              <a:spcBef>
                <a:spcPts val="800"/>
              </a:spcBef>
              <a:defRPr sz="1600">
                <a:solidFill>
                  <a:srgbClr val="00FF88"/>
                </a:solidFill>
                <a:latin typeface="Consolas"/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FF88"/>
                </a:solidFill>
                <a:latin typeface="Consolas"/>
              </a:defRPr>
            </a:pPr>
            <a:r>
              <a:t># 部署命令</a:t>
            </a:r>
          </a:p>
          <a:p>
            <a:pPr>
              <a:spcBef>
                <a:spcPts val="800"/>
              </a:spcBef>
              <a:defRPr sz="1600">
                <a:solidFill>
                  <a:srgbClr val="00FF88"/>
                </a:solidFill>
                <a:latin typeface="Consolas"/>
              </a:defRPr>
            </a:pPr>
            <a:r>
              <a:t>ngrok http 4000</a:t>
            </a:r>
          </a:p>
          <a:p>
            <a:pPr>
              <a:spcBef>
                <a:spcPts val="800"/>
              </a:spcBef>
              <a:defRPr sz="1600">
                <a:solidFill>
                  <a:srgbClr val="00FF88"/>
                </a:solidFill>
                <a:latin typeface="Consolas"/>
              </a:defRPr>
            </a:pPr>
            <a:r>
              <a:t>vercel --yes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💬 對話記錄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用戶：要寫程式+報告+筆記，說明用什麼AI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AI：建議貪吃蛇+Node.js+HTML5 Canvas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用戶：給我網址讓朋友玩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AI：建議 tiiny.host / Vercel / ngrok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用戶：要PPT，要美化，要對話記錄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AI：用 python-pptx 產生美化 PPT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88"/>
                </a:solidFill>
              </a:defRPr>
            </a:pPr>
            <a:r>
              <a:t>📓 學習筆記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Node.js: Express + REST API + 中間件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HTML5 Canvas: 遊戲渲染 + 繪圖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JavaScript: 遊戲邏輯 + 事件處理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API: 提交分數 + 排行榜</a:t>
            </a:r>
          </a:p>
          <a:p>
            <a:pPr>
              <a:spcBef>
                <a:spcPts val="1200"/>
              </a:spcBef>
              <a:defRPr sz="2200">
                <a:solidFill>
                  <a:srgbClr val="C8C8C8"/>
                </a:solidFill>
              </a:defRPr>
            </a:pPr>
            <a:r>
              <a:t>• 部署: Vercel / tiiny.host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FF88"/>
                </a:solidFill>
              </a:defRPr>
            </a:pPr>
            <a:r>
              <a:t>📌 總結</a:t>
            </a:r>
          </a:p>
          <a:p>
            <a:pPr algn="ctr">
              <a:defRPr sz="2800">
                <a:solidFill>
                  <a:srgbClr val="B4B4B4"/>
                </a:solidFill>
              </a:defRPr>
            </a:pPr>
            <a:r>
              <a:t>✅ 專案完成 - 謝謝觀看！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報告人：林峻德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